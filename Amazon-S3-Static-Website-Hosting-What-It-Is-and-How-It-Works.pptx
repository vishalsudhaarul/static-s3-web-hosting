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8BCC030-A331-4953-958C-ADA224DB173C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Untitled Section" id="{3B6CB71A-21A0-498D-ADDD-846AF6EA7859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5940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11" Type="http://schemas.openxmlformats.org/officeDocument/2006/relationships/image" Target="../media/image13.jpe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vishal-s3-static-webhosting.s3-website-us-east-1.amazonaws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Amazon S3 Static Website Hosting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Unlock the power of scalable, cost-effective web hosting with Amazon S3.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41705D-2BD8-45CB-AD57-1DAFA9890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8507" y="7778440"/>
            <a:ext cx="1661532" cy="451160"/>
          </a:xfrm>
          <a:prstGeom prst="rect">
            <a:avLst/>
          </a:prstGeom>
        </p:spPr>
      </p:pic>
      <p:pic>
        <p:nvPicPr>
          <p:cNvPr id="1026" name="Picture 2" descr="🚀 How to Host a Static Website on Amazon S3 (Step-by-Step Guide) | by  Manohar Shetty | Stackademic">
            <a:extLst>
              <a:ext uri="{FF2B5EF4-FFF2-40B4-BE49-F238E27FC236}">
                <a16:creationId xmlns:a16="http://schemas.microsoft.com/office/drawing/2014/main" id="{8601BEFF-57FB-05BA-BC39-B27A7CF4A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61" y="0"/>
            <a:ext cx="5876693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68A87D4A-3C7B-D30A-B294-164E56506936}"/>
              </a:ext>
            </a:extLst>
          </p:cNvPr>
          <p:cNvSpPr/>
          <p:nvPr/>
        </p:nvSpPr>
        <p:spPr>
          <a:xfrm>
            <a:off x="6409442" y="6565319"/>
            <a:ext cx="28155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VISHAL SUDHA ARUL</a:t>
            </a:r>
            <a:b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</a:b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12306232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11536"/>
            <a:ext cx="1240155" cy="426244"/>
          </a:xfrm>
          <a:prstGeom prst="roundRect">
            <a:avLst>
              <a:gd name="adj" fmla="val 17880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879521"/>
            <a:ext cx="9679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328505"/>
            <a:ext cx="94724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 is Amazon S3 Static Website Hosting?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793790" y="3235643"/>
            <a:ext cx="4196358" cy="3182422"/>
          </a:xfrm>
          <a:prstGeom prst="roundRect">
            <a:avLst>
              <a:gd name="adj" fmla="val 4597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3310" y="3235643"/>
            <a:ext cx="121920" cy="3182422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7" name="Text 5"/>
          <p:cNvSpPr/>
          <p:nvPr/>
        </p:nvSpPr>
        <p:spPr>
          <a:xfrm>
            <a:off x="1142524" y="3492937"/>
            <a:ext cx="28482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Cloud Storage Power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2524" y="3983355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Amazon S3 (Simple Storage Service) is a robust cloud storage solution designed for storing and retrieving any amount of data, anywhere in the world.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235643"/>
            <a:ext cx="4196358" cy="3182422"/>
          </a:xfrm>
          <a:prstGeom prst="roundRect">
            <a:avLst>
              <a:gd name="adj" fmla="val 4597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86482" y="3235643"/>
            <a:ext cx="121920" cy="3182422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11" name="Text 9"/>
          <p:cNvSpPr/>
          <p:nvPr/>
        </p:nvSpPr>
        <p:spPr>
          <a:xfrm>
            <a:off x="5565696" y="3492937"/>
            <a:ext cx="31537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Static Content Delivery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65696" y="3983355"/>
            <a:ext cx="35903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Static website hosting on S3 means serving web pages with fixed content, such as HTML, CSS, JavaScript, and images, without requiring server-side processing.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235643"/>
            <a:ext cx="4196358" cy="3182422"/>
          </a:xfrm>
          <a:prstGeom prst="roundRect">
            <a:avLst>
              <a:gd name="adj" fmla="val 4597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9653" y="3235643"/>
            <a:ext cx="121920" cy="3182422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15" name="Text 13"/>
          <p:cNvSpPr/>
          <p:nvPr/>
        </p:nvSpPr>
        <p:spPr>
          <a:xfrm>
            <a:off x="9988868" y="3492937"/>
            <a:ext cx="28694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Serverless Simplicity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988868" y="3983355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With S3, there are no servers to manage. It acts as a highly scalable and durable web server for your static files, simplifying infrastructure.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EBF9837-27C0-BADA-E132-E2B4B5C8B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8824" y="7693180"/>
            <a:ext cx="2202366" cy="5141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4593" y="1051441"/>
            <a:ext cx="4863346" cy="396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Why Use S3 for Static Websites?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593" y="1613535"/>
            <a:ext cx="396121" cy="3961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4592" y="2173069"/>
            <a:ext cx="198060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Cost-Effective</a:t>
            </a: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554593" y="2461974"/>
            <a:ext cx="8034814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Pay only for storage and bandwidth — usually very cheap.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593" y="3113842"/>
            <a:ext cx="396121" cy="3961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4593" y="3648313"/>
            <a:ext cx="198060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Highly Durable</a:t>
            </a: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554593" y="3962281"/>
            <a:ext cx="8034814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99.999999999% durability keeps files safe.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4593" y="4614148"/>
            <a:ext cx="396121" cy="3961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4593" y="5148620"/>
            <a:ext cx="198060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Scalable &amp; Available</a:t>
            </a: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554593" y="5462588"/>
            <a:ext cx="8034814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Handles heavy traffic automatically with high uptime</a:t>
            </a: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4593" y="6114455"/>
            <a:ext cx="396121" cy="39612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54593" y="6648926"/>
            <a:ext cx="198060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Simple Setup</a:t>
            </a: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554593" y="6962894"/>
            <a:ext cx="8034814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servers to manage — just upload files and host..</a:t>
            </a:r>
            <a:endParaRPr lang="en-US" sz="1400" dirty="0"/>
          </a:p>
        </p:txBody>
      </p:sp>
      <p:pic>
        <p:nvPicPr>
          <p:cNvPr id="2050" name="Picture 2" descr="Static Website in an AWS S3 Bucket ...">
            <a:extLst>
              <a:ext uri="{FF2B5EF4-FFF2-40B4-BE49-F238E27FC236}">
                <a16:creationId xmlns:a16="http://schemas.microsoft.com/office/drawing/2014/main" id="{E467D9A9-24F3-9463-A1B1-05940E876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447562"/>
            <a:ext cx="7064295" cy="4214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95DE023-3E28-ACAB-91AE-59D38B34221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38824" y="7693180"/>
            <a:ext cx="2202366" cy="5141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05088"/>
            <a:ext cx="1674138" cy="426244"/>
          </a:xfrm>
          <a:prstGeom prst="roundRect">
            <a:avLst>
              <a:gd name="adj" fmla="val 17880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73073"/>
            <a:ext cx="140196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22058"/>
            <a:ext cx="590478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Step 1: Create an S3 Bucket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333268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first step involves setting up your storage container on AWS. This bucket will hold all your website's files.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263146"/>
            <a:ext cx="7604284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Log in to the AWS Management Console and navigate to the S3 service.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Create a new bucket and ensure its name is globally unique (e.g., </a:t>
            </a:r>
            <a:r>
              <a:rPr lang="en-US" sz="17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yoursite-2026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Select an AWS region that is geographically closest to your primary audience to optimise loading speeds for your visitors.</a:t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75A7-7BBC-9A79-FF9D-7FD720F9E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8824" y="7693180"/>
            <a:ext cx="2202366" cy="5141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3F45F7-9367-CF15-EB67-8F3E85DBF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6683" y="1416261"/>
            <a:ext cx="6253717" cy="46263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3573"/>
            <a:ext cx="730198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Step 2: Upload Your Website Files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39828" y="2074783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Once your bucket is ready, it's time to populate it with your website's content.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39828" y="3004661"/>
            <a:ext cx="7604284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Upload all your static files, including your HTML, CSS, JavaScript, and images.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Crucially, name your main page </a:t>
            </a:r>
            <a:r>
              <a:rPr lang="en-US" sz="17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; this file will be loaded by default when users visit your site.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Consider uploading an </a:t>
            </a:r>
            <a:r>
              <a:rPr lang="en-US" sz="17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error.html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page to provide custom messages for any access issues.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02C5ED-04FD-E5B3-CDAE-EC16E3658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8824" y="7693180"/>
            <a:ext cx="2202366" cy="5141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4BA52D-697F-69C9-45E4-DE1D673E4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57062"/>
            <a:ext cx="6065134" cy="38196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3573"/>
            <a:ext cx="810791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Step 3: Enable Static Website Hosting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074783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critical step configures your S3 bucket to function as a web server.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004661"/>
            <a:ext cx="7604284" cy="254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Within the bucket's "</a:t>
            </a: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Properties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" tab, locate and </a:t>
            </a: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enable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the</a:t>
            </a: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"Static website hosting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" option.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Specify </a:t>
            </a:r>
            <a:r>
              <a:rPr lang="en-US" sz="17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as your index document and, if provided, </a:t>
            </a:r>
            <a:r>
              <a:rPr lang="en-US" sz="17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error.html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as your error document.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Make a note of the website endpoint URL provided by S3, as this will be your website's address.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41B56E-EE32-9645-13D4-FB3C6179F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8824" y="7693180"/>
            <a:ext cx="2202366" cy="5141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9A77BD-A0F0-5392-442B-E1311C0B1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074" y="1944547"/>
            <a:ext cx="6232326" cy="39122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3573"/>
            <a:ext cx="679096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Step 4: Configure Public Access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39828" y="2074783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By default, S3 buckets are private. You need to explicitly grant public read access for your website to be viewable.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39828" y="3004661"/>
            <a:ext cx="7604284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 allow public reads, you must first disable the "Block Public Access" settings for your bucket.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Subsequently, apply a bucket policy that explicitly grants public read permissions to the files within your website.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DC16AF-4C9A-2361-56E4-95AD0FAF3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8824" y="7693180"/>
            <a:ext cx="2202366" cy="5141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12AE18-4C66-5B32-0116-F33B63A95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49661"/>
            <a:ext cx="5891514" cy="41090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3573"/>
            <a:ext cx="1155954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Step 5: Hosted Web Page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946190" y="7330277"/>
            <a:ext cx="9760392" cy="514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Link: 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  <a:hlinkClick r:id="rId3"/>
              </a:rPr>
              <a:t>Vishal S3 Static Web Hosting 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004661"/>
            <a:ext cx="7604284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5F2F61-0FD0-0916-7DAF-C079E542E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8824" y="7693180"/>
            <a:ext cx="2202366" cy="5141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295F81-1D4F-73F0-C6A1-B5D689816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5749" y="2273301"/>
            <a:ext cx="7963383" cy="4465439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5F03DDF8-D92B-CA63-323F-34DEFD892E13}"/>
              </a:ext>
            </a:extLst>
          </p:cNvPr>
          <p:cNvSpPr/>
          <p:nvPr/>
        </p:nvSpPr>
        <p:spPr>
          <a:xfrm>
            <a:off x="793790" y="1777202"/>
            <a:ext cx="7604284" cy="566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is the Hosted Site in AWS S3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4489"/>
            <a:ext cx="875002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Advantages of S3 Static Website Hosting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645093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28224" y="2879527"/>
            <a:ext cx="34849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Zero Server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369945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need to install or maintain servers and any operating systems.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645093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51396" y="2879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Automatic Scaling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369945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Handles many users automatically without any traffic.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645093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4568" y="2879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Low Cost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369945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Utilises a pay-as-you-go pricing model with generous free tier options, optimising your budget.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19901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28224" y="5154335"/>
            <a:ext cx="40796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High Durability &amp; Availability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5644753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Our files are very safe and always available.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919901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62982" y="51543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Easy Integration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62982" y="5644753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Easily connects with other AWS services (like domains, CDN).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406193C-86E3-CC47-AF01-ACAA56E0C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8824" y="7693180"/>
            <a:ext cx="2202366" cy="5141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7129" y="1143714"/>
            <a:ext cx="4785479" cy="365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Common Uses of S3 Static Hosting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021" y="2114967"/>
            <a:ext cx="1262007" cy="14233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56899" y="2063591"/>
            <a:ext cx="1946904" cy="685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Personal Portfolios &amp; Blogs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56899" y="2805232"/>
            <a:ext cx="1946904" cy="24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Ideal for showcasing personal work, résumés, or maintaining simple content-driven blogs.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243" y="2114967"/>
            <a:ext cx="1172343" cy="14233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27162" y="2063591"/>
            <a:ext cx="1321415" cy="456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Company Landing Pages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827162" y="2748676"/>
            <a:ext cx="1431727" cy="125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Perfect for high-performance marketing sites, campaign landing pages, or company informational sites.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8376761" y="2063591"/>
            <a:ext cx="1431727" cy="456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8376761" y="2576870"/>
            <a:ext cx="1431727" cy="961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8890" y="2114967"/>
            <a:ext cx="1172343" cy="142333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29104" y="2063591"/>
            <a:ext cx="1431727" cy="685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Single Page Applications (SPAs)</a:t>
            </a: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10929104" y="2899708"/>
            <a:ext cx="1431727" cy="125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Excellent for hosting modern web applications built with frameworks like React, Angular, or Vue.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3272195" y="4339828"/>
            <a:ext cx="1431608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3272195" y="4624745"/>
            <a:ext cx="1431608" cy="1346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5753430" y="6266027"/>
            <a:ext cx="5652849" cy="115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4400" dirty="0"/>
              <a:t>THANK YOU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8D35828-3B37-3391-1AF9-C866884785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8824" y="7693180"/>
            <a:ext cx="2202366" cy="5141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662</Words>
  <Application>Microsoft Office PowerPoint</Application>
  <PresentationFormat>Custom</PresentationFormat>
  <Paragraphs>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Consolas</vt:lpstr>
      <vt:lpstr>Noto Serif</vt:lpstr>
      <vt:lpstr>Noto Serif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VISHAL S.A</cp:lastModifiedBy>
  <cp:revision>2</cp:revision>
  <dcterms:created xsi:type="dcterms:W3CDTF">2026-01-29T14:05:58Z</dcterms:created>
  <dcterms:modified xsi:type="dcterms:W3CDTF">2026-01-29T17:02:00Z</dcterms:modified>
</cp:coreProperties>
</file>